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828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8"/>
    <a:srgbClr val="D883FF"/>
    <a:srgbClr val="FF85FF"/>
    <a:srgbClr val="7A81FF"/>
    <a:srgbClr val="76D6FF"/>
    <a:srgbClr val="73FEFF"/>
    <a:srgbClr val="73FDD6"/>
    <a:srgbClr val="73FB79"/>
    <a:srgbClr val="333333"/>
    <a:srgbClr val="D5F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94"/>
  </p:normalViewPr>
  <p:slideViewPr>
    <p:cSldViewPr snapToGrid="0">
      <p:cViewPr>
        <p:scale>
          <a:sx n="99" d="100"/>
          <a:sy n="99" d="100"/>
        </p:scale>
        <p:origin x="14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122363"/>
            <a:ext cx="13716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602038"/>
            <a:ext cx="13716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61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709738"/>
            <a:ext cx="157734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4589464"/>
            <a:ext cx="157734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3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7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65126"/>
            <a:ext cx="15773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681163"/>
            <a:ext cx="773668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505075"/>
            <a:ext cx="773668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681163"/>
            <a:ext cx="777478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505075"/>
            <a:ext cx="777478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4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0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0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987426"/>
            <a:ext cx="92583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7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987426"/>
            <a:ext cx="92583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23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9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65125"/>
            <a:ext cx="394335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65125"/>
            <a:ext cx="1160145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4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65126"/>
            <a:ext cx="15773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825625"/>
            <a:ext cx="15773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1AC54-D98E-1549-A654-7545501D7F2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6356351"/>
            <a:ext cx="6172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E0572-CB06-AC40-91F9-7C455C68C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0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Rabbit outline">
            <a:extLst>
              <a:ext uri="{FF2B5EF4-FFF2-40B4-BE49-F238E27FC236}">
                <a16:creationId xmlns:a16="http://schemas.microsoft.com/office/drawing/2014/main" id="{EB9A84B0-D7D5-AE89-431D-CF8C4EC24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3397" y="1646529"/>
            <a:ext cx="914400" cy="914400"/>
          </a:xfrm>
          <a:prstGeom prst="rect">
            <a:avLst/>
          </a:prstGeom>
        </p:spPr>
      </p:pic>
      <p:pic>
        <p:nvPicPr>
          <p:cNvPr id="11" name="Graphic 10" descr="Rabbit outline">
            <a:extLst>
              <a:ext uri="{FF2B5EF4-FFF2-40B4-BE49-F238E27FC236}">
                <a16:creationId xmlns:a16="http://schemas.microsoft.com/office/drawing/2014/main" id="{6599A879-8346-D4C5-D971-003711B31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7797" y="1646529"/>
            <a:ext cx="914400" cy="914400"/>
          </a:xfrm>
          <a:prstGeom prst="rect">
            <a:avLst/>
          </a:prstGeom>
        </p:spPr>
      </p:pic>
      <p:pic>
        <p:nvPicPr>
          <p:cNvPr id="15" name="Graphic 14" descr="Rabbit outline">
            <a:extLst>
              <a:ext uri="{FF2B5EF4-FFF2-40B4-BE49-F238E27FC236}">
                <a16:creationId xmlns:a16="http://schemas.microsoft.com/office/drawing/2014/main" id="{AF0A5F10-4587-AC9F-36A9-80EB64F60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7165" y="645069"/>
            <a:ext cx="526864" cy="526864"/>
          </a:xfrm>
          <a:prstGeom prst="rect">
            <a:avLst/>
          </a:prstGeom>
        </p:spPr>
      </p:pic>
      <p:pic>
        <p:nvPicPr>
          <p:cNvPr id="16" name="Graphic 15" descr="Rabbit outline">
            <a:extLst>
              <a:ext uri="{FF2B5EF4-FFF2-40B4-BE49-F238E27FC236}">
                <a16:creationId xmlns:a16="http://schemas.microsoft.com/office/drawing/2014/main" id="{8419AA7D-74AA-38B9-E470-78EEDAC2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8950" y="645069"/>
            <a:ext cx="526864" cy="5268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27A2FB-7F97-01B3-3A2E-A9E2B85A609E}"/>
              </a:ext>
            </a:extLst>
          </p:cNvPr>
          <p:cNvSpPr txBox="1"/>
          <p:nvPr/>
        </p:nvSpPr>
        <p:spPr>
          <a:xfrm>
            <a:off x="8279907" y="802601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Month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ED928-EF8E-9AFD-A500-93EA5BD16360}"/>
              </a:ext>
            </a:extLst>
          </p:cNvPr>
          <p:cNvSpPr txBox="1"/>
          <p:nvPr/>
        </p:nvSpPr>
        <p:spPr>
          <a:xfrm>
            <a:off x="8279907" y="2006931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Month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0F4901-C13C-8E31-152B-B732F8EE7E8F}"/>
              </a:ext>
            </a:extLst>
          </p:cNvPr>
          <p:cNvSpPr txBox="1"/>
          <p:nvPr/>
        </p:nvSpPr>
        <p:spPr>
          <a:xfrm>
            <a:off x="8279907" y="330046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Month</a:t>
            </a:r>
          </a:p>
        </p:txBody>
      </p:sp>
      <p:pic>
        <p:nvPicPr>
          <p:cNvPr id="27" name="Graphic 26" descr="Rabbit outline">
            <a:extLst>
              <a:ext uri="{FF2B5EF4-FFF2-40B4-BE49-F238E27FC236}">
                <a16:creationId xmlns:a16="http://schemas.microsoft.com/office/drawing/2014/main" id="{FB23FCDA-150B-EF12-4C03-58BBC9FFF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965" y="3133835"/>
            <a:ext cx="526864" cy="526864"/>
          </a:xfrm>
          <a:prstGeom prst="rect">
            <a:avLst/>
          </a:prstGeom>
        </p:spPr>
      </p:pic>
      <p:pic>
        <p:nvPicPr>
          <p:cNvPr id="28" name="Graphic 27" descr="Rabbit outline">
            <a:extLst>
              <a:ext uri="{FF2B5EF4-FFF2-40B4-BE49-F238E27FC236}">
                <a16:creationId xmlns:a16="http://schemas.microsoft.com/office/drawing/2014/main" id="{E917C7AC-2AF2-07BB-FBB2-963D91F52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0365" y="3133835"/>
            <a:ext cx="526864" cy="526864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B74A905-8EB1-DA31-814D-D33FF581E99B}"/>
              </a:ext>
            </a:extLst>
          </p:cNvPr>
          <p:cNvCxnSpPr>
            <a:cxnSpLocks/>
          </p:cNvCxnSpPr>
          <p:nvPr/>
        </p:nvCxnSpPr>
        <p:spPr>
          <a:xfrm>
            <a:off x="4457797" y="2103729"/>
            <a:ext cx="0" cy="684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A6700AB-7840-DF55-B0C9-ED10BD612DEF}"/>
              </a:ext>
            </a:extLst>
          </p:cNvPr>
          <p:cNvCxnSpPr>
            <a:cxnSpLocks/>
          </p:cNvCxnSpPr>
          <p:nvPr/>
        </p:nvCxnSpPr>
        <p:spPr>
          <a:xfrm>
            <a:off x="4457797" y="2787805"/>
            <a:ext cx="18352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CB2FAA6-2024-F0FA-8E95-D959B3373914}"/>
              </a:ext>
            </a:extLst>
          </p:cNvPr>
          <p:cNvCxnSpPr>
            <a:cxnSpLocks/>
          </p:cNvCxnSpPr>
          <p:nvPr/>
        </p:nvCxnSpPr>
        <p:spPr>
          <a:xfrm>
            <a:off x="6293005" y="2787805"/>
            <a:ext cx="0" cy="609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Graphic 61" descr="Rabbit outline">
            <a:extLst>
              <a:ext uri="{FF2B5EF4-FFF2-40B4-BE49-F238E27FC236}">
                <a16:creationId xmlns:a16="http://schemas.microsoft.com/office/drawing/2014/main" id="{ED894012-25D8-DB90-A375-8BBF47183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3397" y="4233605"/>
            <a:ext cx="914400" cy="914400"/>
          </a:xfrm>
          <a:prstGeom prst="rect">
            <a:avLst/>
          </a:prstGeom>
        </p:spPr>
      </p:pic>
      <p:pic>
        <p:nvPicPr>
          <p:cNvPr id="63" name="Graphic 62" descr="Rabbit outline">
            <a:extLst>
              <a:ext uri="{FF2B5EF4-FFF2-40B4-BE49-F238E27FC236}">
                <a16:creationId xmlns:a16="http://schemas.microsoft.com/office/drawing/2014/main" id="{C7089FC4-56E5-125F-C7AD-150361CB8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7797" y="4233605"/>
            <a:ext cx="914400" cy="914400"/>
          </a:xfrm>
          <a:prstGeom prst="rect">
            <a:avLst/>
          </a:prstGeom>
        </p:spPr>
      </p:pic>
      <p:pic>
        <p:nvPicPr>
          <p:cNvPr id="66" name="Graphic 65" descr="Rabbit outline">
            <a:extLst>
              <a:ext uri="{FF2B5EF4-FFF2-40B4-BE49-F238E27FC236}">
                <a16:creationId xmlns:a16="http://schemas.microsoft.com/office/drawing/2014/main" id="{58A9AB01-A1BF-D3B9-B94E-FD88945C1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3397" y="2940067"/>
            <a:ext cx="914400" cy="914400"/>
          </a:xfrm>
          <a:prstGeom prst="rect">
            <a:avLst/>
          </a:prstGeom>
        </p:spPr>
      </p:pic>
      <p:pic>
        <p:nvPicPr>
          <p:cNvPr id="67" name="Graphic 66" descr="Rabbit outline">
            <a:extLst>
              <a:ext uri="{FF2B5EF4-FFF2-40B4-BE49-F238E27FC236}">
                <a16:creationId xmlns:a16="http://schemas.microsoft.com/office/drawing/2014/main" id="{EB917D4F-67FD-C844-2412-DB00C9381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7797" y="2940067"/>
            <a:ext cx="914400" cy="914400"/>
          </a:xfrm>
          <a:prstGeom prst="rect">
            <a:avLst/>
          </a:prstGeom>
        </p:spPr>
      </p:pic>
      <p:pic>
        <p:nvPicPr>
          <p:cNvPr id="68" name="Graphic 67" descr="Rabbit outline">
            <a:extLst>
              <a:ext uri="{FF2B5EF4-FFF2-40B4-BE49-F238E27FC236}">
                <a16:creationId xmlns:a16="http://schemas.microsoft.com/office/drawing/2014/main" id="{B35E03A9-EC08-E2AB-A5AE-EDB5609D1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4766" y="4427373"/>
            <a:ext cx="526864" cy="526864"/>
          </a:xfrm>
          <a:prstGeom prst="rect">
            <a:avLst/>
          </a:prstGeom>
        </p:spPr>
      </p:pic>
      <p:pic>
        <p:nvPicPr>
          <p:cNvPr id="69" name="Graphic 68" descr="Rabbit outline">
            <a:extLst>
              <a:ext uri="{FF2B5EF4-FFF2-40B4-BE49-F238E27FC236}">
                <a16:creationId xmlns:a16="http://schemas.microsoft.com/office/drawing/2014/main" id="{6E3FB210-F742-69C7-7E75-4053BC069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166" y="4427373"/>
            <a:ext cx="526864" cy="526864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0E69CF6-689E-021E-9FAE-8B5549159E81}"/>
              </a:ext>
            </a:extLst>
          </p:cNvPr>
          <p:cNvCxnSpPr>
            <a:cxnSpLocks/>
          </p:cNvCxnSpPr>
          <p:nvPr/>
        </p:nvCxnSpPr>
        <p:spPr>
          <a:xfrm>
            <a:off x="4457797" y="3397267"/>
            <a:ext cx="0" cy="684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E80B48-795F-C495-9A4D-58BAEE40D8EC}"/>
              </a:ext>
            </a:extLst>
          </p:cNvPr>
          <p:cNvCxnSpPr>
            <a:cxnSpLocks/>
          </p:cNvCxnSpPr>
          <p:nvPr/>
        </p:nvCxnSpPr>
        <p:spPr>
          <a:xfrm>
            <a:off x="4457800" y="4081343"/>
            <a:ext cx="36640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F339A81-E790-04D0-C4FB-695AD7BD3EB9}"/>
              </a:ext>
            </a:extLst>
          </p:cNvPr>
          <p:cNvCxnSpPr>
            <a:cxnSpLocks/>
          </p:cNvCxnSpPr>
          <p:nvPr/>
        </p:nvCxnSpPr>
        <p:spPr>
          <a:xfrm>
            <a:off x="8121806" y="4081343"/>
            <a:ext cx="0" cy="609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Graphic 72" descr="Rabbit outline">
            <a:extLst>
              <a:ext uri="{FF2B5EF4-FFF2-40B4-BE49-F238E27FC236}">
                <a16:creationId xmlns:a16="http://schemas.microsoft.com/office/drawing/2014/main" id="{71F19062-5443-A099-BDA8-7FFAE0729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8605" y="4233604"/>
            <a:ext cx="914400" cy="914400"/>
          </a:xfrm>
          <a:prstGeom prst="rect">
            <a:avLst/>
          </a:prstGeom>
        </p:spPr>
      </p:pic>
      <p:pic>
        <p:nvPicPr>
          <p:cNvPr id="74" name="Graphic 73" descr="Rabbit outline">
            <a:extLst>
              <a:ext uri="{FF2B5EF4-FFF2-40B4-BE49-F238E27FC236}">
                <a16:creationId xmlns:a16="http://schemas.microsoft.com/office/drawing/2014/main" id="{E5EF4D76-A05F-E237-0558-B2B4F597C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3005" y="42336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45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Rabbit outline">
            <a:extLst>
              <a:ext uri="{FF2B5EF4-FFF2-40B4-BE49-F238E27FC236}">
                <a16:creationId xmlns:a16="http://schemas.microsoft.com/office/drawing/2014/main" id="{FD416FE3-EF75-4DD3-A385-79D49C131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606" y="169297"/>
            <a:ext cx="552220" cy="552220"/>
          </a:xfrm>
          <a:prstGeom prst="rect">
            <a:avLst/>
          </a:prstGeom>
        </p:spPr>
      </p:pic>
      <p:pic>
        <p:nvPicPr>
          <p:cNvPr id="5" name="Graphic 4" descr="Rabbit outline">
            <a:extLst>
              <a:ext uri="{FF2B5EF4-FFF2-40B4-BE49-F238E27FC236}">
                <a16:creationId xmlns:a16="http://schemas.microsoft.com/office/drawing/2014/main" id="{D351048E-57BB-179A-DDF8-85612C6CF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6295" y="169297"/>
            <a:ext cx="552220" cy="552220"/>
          </a:xfrm>
          <a:prstGeom prst="rect">
            <a:avLst/>
          </a:prstGeom>
        </p:spPr>
      </p:pic>
      <p:pic>
        <p:nvPicPr>
          <p:cNvPr id="34" name="Graphic 33" descr="Rabbit outline">
            <a:extLst>
              <a:ext uri="{FF2B5EF4-FFF2-40B4-BE49-F238E27FC236}">
                <a16:creationId xmlns:a16="http://schemas.microsoft.com/office/drawing/2014/main" id="{2E51F0E2-3456-A4CC-AF65-B3B2F4298D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4830" y="2006205"/>
            <a:ext cx="536004" cy="536004"/>
          </a:xfrm>
          <a:prstGeom prst="rect">
            <a:avLst/>
          </a:prstGeom>
        </p:spPr>
      </p:pic>
      <p:pic>
        <p:nvPicPr>
          <p:cNvPr id="35" name="Graphic 34" descr="Rabbit outline">
            <a:extLst>
              <a:ext uri="{FF2B5EF4-FFF2-40B4-BE49-F238E27FC236}">
                <a16:creationId xmlns:a16="http://schemas.microsoft.com/office/drawing/2014/main" id="{1E9C7EA7-BCA8-5510-C0E8-6229BF0BC9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73519" y="2006205"/>
            <a:ext cx="536004" cy="536004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EEF5954-7A4B-B0CA-E194-2EEF7F76547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49829" y="445407"/>
            <a:ext cx="656469" cy="0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phic 51" descr="Rabbit outline">
            <a:extLst>
              <a:ext uri="{FF2B5EF4-FFF2-40B4-BE49-F238E27FC236}">
                <a16:creationId xmlns:a16="http://schemas.microsoft.com/office/drawing/2014/main" id="{258967CC-D8F1-0541-2637-1A0B82A03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6516" y="902607"/>
            <a:ext cx="914400" cy="914400"/>
          </a:xfrm>
          <a:prstGeom prst="rect">
            <a:avLst/>
          </a:prstGeom>
        </p:spPr>
      </p:pic>
      <p:pic>
        <p:nvPicPr>
          <p:cNvPr id="53" name="Graphic 52" descr="Rabbit outline">
            <a:extLst>
              <a:ext uri="{FF2B5EF4-FFF2-40B4-BE49-F238E27FC236}">
                <a16:creationId xmlns:a16="http://schemas.microsoft.com/office/drawing/2014/main" id="{3D8DE175-1F9E-B06C-6A3B-90BB9154B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5205" y="902607"/>
            <a:ext cx="914400" cy="914400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9AC94AA-C925-6A7D-1073-C31F6B793B6C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3730919" y="1359807"/>
            <a:ext cx="294289" cy="0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Graphic 54" descr="Rabbit outline">
            <a:extLst>
              <a:ext uri="{FF2B5EF4-FFF2-40B4-BE49-F238E27FC236}">
                <a16:creationId xmlns:a16="http://schemas.microsoft.com/office/drawing/2014/main" id="{0CD684B5-8B5E-2A41-C537-7A3338C44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6516" y="1817006"/>
            <a:ext cx="914400" cy="914400"/>
          </a:xfrm>
          <a:prstGeom prst="rect">
            <a:avLst/>
          </a:prstGeom>
        </p:spPr>
      </p:pic>
      <p:pic>
        <p:nvPicPr>
          <p:cNvPr id="56" name="Graphic 55" descr="Rabbit outline">
            <a:extLst>
              <a:ext uri="{FF2B5EF4-FFF2-40B4-BE49-F238E27FC236}">
                <a16:creationId xmlns:a16="http://schemas.microsoft.com/office/drawing/2014/main" id="{0663A5D2-BA6B-DED4-B01E-15ED0730D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5205" y="1817006"/>
            <a:ext cx="914400" cy="914400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14CBC4B-550C-11B2-9480-267773E61199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730919" y="2274206"/>
            <a:ext cx="294289" cy="0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Graphic 66" descr="Rabbit outline">
            <a:extLst>
              <a:ext uri="{FF2B5EF4-FFF2-40B4-BE49-F238E27FC236}">
                <a16:creationId xmlns:a16="http://schemas.microsoft.com/office/drawing/2014/main" id="{ECBEEFA9-6565-D23E-477C-BBD68F2D5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6516" y="2731408"/>
            <a:ext cx="914400" cy="914400"/>
          </a:xfrm>
          <a:prstGeom prst="rect">
            <a:avLst/>
          </a:prstGeom>
        </p:spPr>
      </p:pic>
      <p:pic>
        <p:nvPicPr>
          <p:cNvPr id="68" name="Graphic 67" descr="Rabbit outline">
            <a:extLst>
              <a:ext uri="{FF2B5EF4-FFF2-40B4-BE49-F238E27FC236}">
                <a16:creationId xmlns:a16="http://schemas.microsoft.com/office/drawing/2014/main" id="{378AA365-F91B-F0C8-DC3E-A523EB027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5205" y="2731408"/>
            <a:ext cx="914400" cy="914400"/>
          </a:xfrm>
          <a:prstGeom prst="rect">
            <a:avLst/>
          </a:prstGeom>
        </p:spPr>
      </p:pic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09B3737-3E66-A81B-6FC9-ED0B3759CCE6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3730919" y="3188608"/>
            <a:ext cx="294289" cy="0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Graphic 69" descr="Rabbit outline">
            <a:extLst>
              <a:ext uri="{FF2B5EF4-FFF2-40B4-BE49-F238E27FC236}">
                <a16:creationId xmlns:a16="http://schemas.microsoft.com/office/drawing/2014/main" id="{994EBDB0-FE96-95AC-4983-491DFA20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6516" y="3645808"/>
            <a:ext cx="914400" cy="914400"/>
          </a:xfrm>
          <a:prstGeom prst="rect">
            <a:avLst/>
          </a:prstGeom>
        </p:spPr>
      </p:pic>
      <p:pic>
        <p:nvPicPr>
          <p:cNvPr id="71" name="Graphic 70" descr="Rabbit outline">
            <a:extLst>
              <a:ext uri="{FF2B5EF4-FFF2-40B4-BE49-F238E27FC236}">
                <a16:creationId xmlns:a16="http://schemas.microsoft.com/office/drawing/2014/main" id="{C24FC52B-F632-4D9D-3834-554B02E9F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5205" y="3645808"/>
            <a:ext cx="914400" cy="914400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58593D1-C9BD-DA71-DE63-A57FBF572F35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3730919" y="4103008"/>
            <a:ext cx="294289" cy="0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0B73309-665D-0A37-5C37-7AE3ECDD5F06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6200837" y="2274207"/>
            <a:ext cx="672685" cy="0"/>
          </a:xfrm>
          <a:prstGeom prst="line">
            <a:avLst/>
          </a:prstGeom>
          <a:ln>
            <a:solidFill>
              <a:srgbClr val="FFFD78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78" name="Graphic 77" descr="Rabbit outline">
            <a:extLst>
              <a:ext uri="{FF2B5EF4-FFF2-40B4-BE49-F238E27FC236}">
                <a16:creationId xmlns:a16="http://schemas.microsoft.com/office/drawing/2014/main" id="{6DF948DC-A2BC-CF34-504A-B90C909E23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5632" y="2731406"/>
            <a:ext cx="914400" cy="914400"/>
          </a:xfrm>
          <a:prstGeom prst="rect">
            <a:avLst/>
          </a:prstGeom>
        </p:spPr>
      </p:pic>
      <p:pic>
        <p:nvPicPr>
          <p:cNvPr id="79" name="Graphic 78" descr="Rabbit outline">
            <a:extLst>
              <a:ext uri="{FF2B5EF4-FFF2-40B4-BE49-F238E27FC236}">
                <a16:creationId xmlns:a16="http://schemas.microsoft.com/office/drawing/2014/main" id="{8B097956-F812-4352-02AF-206D89FB01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4321" y="2731406"/>
            <a:ext cx="914400" cy="914400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A11E635-F07D-13E1-F5EF-FC136D77DF12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6390035" y="3188608"/>
            <a:ext cx="294289" cy="1"/>
          </a:xfrm>
          <a:prstGeom prst="line">
            <a:avLst/>
          </a:prstGeom>
          <a:ln>
            <a:solidFill>
              <a:srgbClr val="FFFD78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81" name="Graphic 80" descr="Rabbit outline">
            <a:extLst>
              <a:ext uri="{FF2B5EF4-FFF2-40B4-BE49-F238E27FC236}">
                <a16:creationId xmlns:a16="http://schemas.microsoft.com/office/drawing/2014/main" id="{3A87DB90-F527-8927-FFE3-2157D593A3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5632" y="3645804"/>
            <a:ext cx="914400" cy="914400"/>
          </a:xfrm>
          <a:prstGeom prst="rect">
            <a:avLst/>
          </a:prstGeom>
        </p:spPr>
      </p:pic>
      <p:pic>
        <p:nvPicPr>
          <p:cNvPr id="82" name="Graphic 81" descr="Rabbit outline">
            <a:extLst>
              <a:ext uri="{FF2B5EF4-FFF2-40B4-BE49-F238E27FC236}">
                <a16:creationId xmlns:a16="http://schemas.microsoft.com/office/drawing/2014/main" id="{38AE4F5B-B433-624F-B356-05F0E58267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4321" y="3645804"/>
            <a:ext cx="914400" cy="914400"/>
          </a:xfrm>
          <a:prstGeom prst="rect">
            <a:avLst/>
          </a:prstGeom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2005ACF-080B-25F6-6D22-B0F602AF387E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6390035" y="4103006"/>
            <a:ext cx="294289" cy="1"/>
          </a:xfrm>
          <a:prstGeom prst="line">
            <a:avLst/>
          </a:prstGeom>
          <a:ln>
            <a:solidFill>
              <a:srgbClr val="FFFD78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01BE368-DE6E-B3C1-B822-E0C577193CBA}"/>
              </a:ext>
            </a:extLst>
          </p:cNvPr>
          <p:cNvCxnSpPr>
            <a:cxnSpLocks/>
          </p:cNvCxnSpPr>
          <p:nvPr/>
        </p:nvCxnSpPr>
        <p:spPr>
          <a:xfrm>
            <a:off x="3883182" y="1359810"/>
            <a:ext cx="0" cy="457199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B1BD775-3C1D-EF31-E18C-B1724A8A7808}"/>
              </a:ext>
            </a:extLst>
          </p:cNvPr>
          <p:cNvCxnSpPr>
            <a:cxnSpLocks/>
          </p:cNvCxnSpPr>
          <p:nvPr/>
        </p:nvCxnSpPr>
        <p:spPr>
          <a:xfrm>
            <a:off x="3883185" y="1817006"/>
            <a:ext cx="2631989" cy="0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4663748-B2AE-B36D-B818-64E6B8AE7F90}"/>
              </a:ext>
            </a:extLst>
          </p:cNvPr>
          <p:cNvCxnSpPr>
            <a:cxnSpLocks/>
          </p:cNvCxnSpPr>
          <p:nvPr/>
        </p:nvCxnSpPr>
        <p:spPr>
          <a:xfrm>
            <a:off x="6527528" y="1817006"/>
            <a:ext cx="0" cy="457200"/>
          </a:xfrm>
          <a:prstGeom prst="straightConnector1">
            <a:avLst/>
          </a:prstGeom>
          <a:ln>
            <a:solidFill>
              <a:srgbClr val="FF7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" name="Graphic 105" descr="Rabbit outline">
            <a:extLst>
              <a:ext uri="{FF2B5EF4-FFF2-40B4-BE49-F238E27FC236}">
                <a16:creationId xmlns:a16="http://schemas.microsoft.com/office/drawing/2014/main" id="{CE350EBD-EBB5-0A17-E4D9-936619E4B0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52906" y="2949563"/>
            <a:ext cx="478084" cy="478084"/>
          </a:xfrm>
          <a:prstGeom prst="rect">
            <a:avLst/>
          </a:prstGeom>
        </p:spPr>
      </p:pic>
      <p:pic>
        <p:nvPicPr>
          <p:cNvPr id="107" name="Graphic 106" descr="Rabbit outline">
            <a:extLst>
              <a:ext uri="{FF2B5EF4-FFF2-40B4-BE49-F238E27FC236}">
                <a16:creationId xmlns:a16="http://schemas.microsoft.com/office/drawing/2014/main" id="{2A5E139D-EC1E-9872-227E-A56C1A928A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61595" y="2949563"/>
            <a:ext cx="478084" cy="478084"/>
          </a:xfrm>
          <a:prstGeom prst="rect">
            <a:avLst/>
          </a:prstGeom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97726CB-ABC7-7DAD-4A3D-C24B6DAA9C5B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>
            <a:off x="8830993" y="3188605"/>
            <a:ext cx="730605" cy="0"/>
          </a:xfrm>
          <a:prstGeom prst="line">
            <a:avLst/>
          </a:prstGeom>
          <a:ln>
            <a:solidFill>
              <a:srgbClr val="73FB79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09" name="Graphic 108" descr="Rabbit outline">
            <a:extLst>
              <a:ext uri="{FF2B5EF4-FFF2-40B4-BE49-F238E27FC236}">
                <a16:creationId xmlns:a16="http://schemas.microsoft.com/office/drawing/2014/main" id="{7DB55260-BAB2-72D1-323B-9B84CD5627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4748" y="3645804"/>
            <a:ext cx="914400" cy="914400"/>
          </a:xfrm>
          <a:prstGeom prst="rect">
            <a:avLst/>
          </a:prstGeom>
        </p:spPr>
      </p:pic>
      <p:pic>
        <p:nvPicPr>
          <p:cNvPr id="110" name="Graphic 109" descr="Rabbit outline">
            <a:extLst>
              <a:ext uri="{FF2B5EF4-FFF2-40B4-BE49-F238E27FC236}">
                <a16:creationId xmlns:a16="http://schemas.microsoft.com/office/drawing/2014/main" id="{9E2A6DAD-897C-C48D-3F93-3A6C0491E9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43437" y="3645804"/>
            <a:ext cx="914400" cy="914400"/>
          </a:xfrm>
          <a:prstGeom prst="rect">
            <a:avLst/>
          </a:prstGeom>
        </p:spPr>
      </p:pic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C0CC158-F3D9-BE70-4C31-32AB3FE169FB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9049151" y="4103006"/>
            <a:ext cx="294289" cy="1"/>
          </a:xfrm>
          <a:prstGeom prst="line">
            <a:avLst/>
          </a:prstGeom>
          <a:ln>
            <a:solidFill>
              <a:srgbClr val="73FB79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79F0C32-CA2C-B618-BF7A-EF66F6983B59}"/>
              </a:ext>
            </a:extLst>
          </p:cNvPr>
          <p:cNvCxnSpPr>
            <a:cxnSpLocks/>
          </p:cNvCxnSpPr>
          <p:nvPr/>
        </p:nvCxnSpPr>
        <p:spPr>
          <a:xfrm>
            <a:off x="3883182" y="2274067"/>
            <a:ext cx="0" cy="457199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A6A09F0-9783-DB25-5755-2EA186D7541A}"/>
              </a:ext>
            </a:extLst>
          </p:cNvPr>
          <p:cNvCxnSpPr>
            <a:cxnSpLocks/>
          </p:cNvCxnSpPr>
          <p:nvPr/>
        </p:nvCxnSpPr>
        <p:spPr>
          <a:xfrm>
            <a:off x="3883185" y="2731263"/>
            <a:ext cx="5342567" cy="0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B6362E4-1D6B-98AD-98F9-EC8B77F177B0}"/>
              </a:ext>
            </a:extLst>
          </p:cNvPr>
          <p:cNvCxnSpPr>
            <a:cxnSpLocks/>
          </p:cNvCxnSpPr>
          <p:nvPr/>
        </p:nvCxnSpPr>
        <p:spPr>
          <a:xfrm>
            <a:off x="9225749" y="2731405"/>
            <a:ext cx="0" cy="457200"/>
          </a:xfrm>
          <a:prstGeom prst="straightConnector1">
            <a:avLst/>
          </a:prstGeom>
          <a:ln>
            <a:solidFill>
              <a:srgbClr val="FF7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C9454F3-5671-0AC6-5428-397264A11B84}"/>
              </a:ext>
            </a:extLst>
          </p:cNvPr>
          <p:cNvCxnSpPr>
            <a:cxnSpLocks/>
          </p:cNvCxnSpPr>
          <p:nvPr/>
        </p:nvCxnSpPr>
        <p:spPr>
          <a:xfrm>
            <a:off x="3883182" y="3191614"/>
            <a:ext cx="0" cy="591248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D847355-31AA-3D9A-170C-CF968AEF3D4F}"/>
              </a:ext>
            </a:extLst>
          </p:cNvPr>
          <p:cNvCxnSpPr>
            <a:cxnSpLocks/>
          </p:cNvCxnSpPr>
          <p:nvPr/>
        </p:nvCxnSpPr>
        <p:spPr>
          <a:xfrm>
            <a:off x="3883185" y="3782862"/>
            <a:ext cx="8012615" cy="0"/>
          </a:xfrm>
          <a:prstGeom prst="line">
            <a:avLst/>
          </a:prstGeom>
          <a:ln>
            <a:solidFill>
              <a:srgbClr val="FF7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C23D7A1-ADA5-69EE-9266-4CB7425B81FE}"/>
              </a:ext>
            </a:extLst>
          </p:cNvPr>
          <p:cNvCxnSpPr>
            <a:cxnSpLocks/>
          </p:cNvCxnSpPr>
          <p:nvPr/>
        </p:nvCxnSpPr>
        <p:spPr>
          <a:xfrm>
            <a:off x="11895797" y="3782865"/>
            <a:ext cx="0" cy="320139"/>
          </a:xfrm>
          <a:prstGeom prst="straightConnector1">
            <a:avLst/>
          </a:prstGeom>
          <a:ln>
            <a:solidFill>
              <a:srgbClr val="FF7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 descr="Rabbit outline">
            <a:extLst>
              <a:ext uri="{FF2B5EF4-FFF2-40B4-BE49-F238E27FC236}">
                <a16:creationId xmlns:a16="http://schemas.microsoft.com/office/drawing/2014/main" id="{A9E88E95-D3C0-39DA-C089-C3195CA4A7B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46897" y="3874500"/>
            <a:ext cx="457002" cy="457002"/>
          </a:xfrm>
          <a:prstGeom prst="rect">
            <a:avLst/>
          </a:prstGeom>
        </p:spPr>
      </p:pic>
      <p:pic>
        <p:nvPicPr>
          <p:cNvPr id="138" name="Graphic 137" descr="Rabbit outline">
            <a:extLst>
              <a:ext uri="{FF2B5EF4-FFF2-40B4-BE49-F238E27FC236}">
                <a16:creationId xmlns:a16="http://schemas.microsoft.com/office/drawing/2014/main" id="{9E7FA3D0-791E-580B-96DD-A358E730CB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255586" y="3874500"/>
            <a:ext cx="457002" cy="457002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B93C53F-4F68-D2C6-F8F6-FA12FB79E3CF}"/>
              </a:ext>
            </a:extLst>
          </p:cNvPr>
          <p:cNvCxnSpPr>
            <a:cxnSpLocks/>
            <a:stCxn id="137" idx="3"/>
            <a:endCxn id="138" idx="1"/>
          </p:cNvCxnSpPr>
          <p:nvPr/>
        </p:nvCxnSpPr>
        <p:spPr>
          <a:xfrm>
            <a:off x="11503902" y="4103001"/>
            <a:ext cx="751687" cy="0"/>
          </a:xfrm>
          <a:prstGeom prst="line">
            <a:avLst/>
          </a:prstGeom>
          <a:ln>
            <a:solidFill>
              <a:srgbClr val="76D6FF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78" name="Graphic 177" descr="Rabbit outline">
            <a:extLst>
              <a:ext uri="{FF2B5EF4-FFF2-40B4-BE49-F238E27FC236}">
                <a16:creationId xmlns:a16="http://schemas.microsoft.com/office/drawing/2014/main" id="{BCF84683-1AF5-CB35-1E2A-0CD8A9BD728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499365" y="3874492"/>
            <a:ext cx="457010" cy="457010"/>
          </a:xfrm>
          <a:prstGeom prst="rect">
            <a:avLst/>
          </a:prstGeom>
        </p:spPr>
      </p:pic>
      <p:pic>
        <p:nvPicPr>
          <p:cNvPr id="179" name="Graphic 178" descr="Rabbit outline">
            <a:extLst>
              <a:ext uri="{FF2B5EF4-FFF2-40B4-BE49-F238E27FC236}">
                <a16:creationId xmlns:a16="http://schemas.microsoft.com/office/drawing/2014/main" id="{CC5099A0-7F82-D1D1-E3F3-978F6CA1457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708054" y="3874492"/>
            <a:ext cx="457010" cy="457010"/>
          </a:xfrm>
          <a:prstGeom prst="rect">
            <a:avLst/>
          </a:prstGeom>
        </p:spPr>
      </p:pic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CA38A3C-43CC-9720-EF85-89E0D55DE23C}"/>
              </a:ext>
            </a:extLst>
          </p:cNvPr>
          <p:cNvCxnSpPr>
            <a:cxnSpLocks/>
            <a:stCxn id="178" idx="3"/>
            <a:endCxn id="179" idx="1"/>
          </p:cNvCxnSpPr>
          <p:nvPr/>
        </p:nvCxnSpPr>
        <p:spPr>
          <a:xfrm>
            <a:off x="13956375" y="4102997"/>
            <a:ext cx="751679" cy="0"/>
          </a:xfrm>
          <a:prstGeom prst="line">
            <a:avLst/>
          </a:prstGeom>
          <a:ln>
            <a:solidFill>
              <a:srgbClr val="D883FF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ACC7D5C-D2F9-9B78-AD3F-7A47C435EE5A}"/>
              </a:ext>
            </a:extLst>
          </p:cNvPr>
          <p:cNvCxnSpPr>
            <a:cxnSpLocks/>
          </p:cNvCxnSpPr>
          <p:nvPr/>
        </p:nvCxnSpPr>
        <p:spPr>
          <a:xfrm>
            <a:off x="6527525" y="3191614"/>
            <a:ext cx="0" cy="454190"/>
          </a:xfrm>
          <a:prstGeom prst="line">
            <a:avLst/>
          </a:prstGeom>
          <a:ln>
            <a:solidFill>
              <a:srgbClr val="FFF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2B42168D-DF3E-0A7D-6B31-AF2B31B156D9}"/>
              </a:ext>
            </a:extLst>
          </p:cNvPr>
          <p:cNvCxnSpPr>
            <a:cxnSpLocks/>
          </p:cNvCxnSpPr>
          <p:nvPr/>
        </p:nvCxnSpPr>
        <p:spPr>
          <a:xfrm>
            <a:off x="14362719" y="3645804"/>
            <a:ext cx="0" cy="457197"/>
          </a:xfrm>
          <a:prstGeom prst="straightConnector1">
            <a:avLst/>
          </a:prstGeom>
          <a:ln>
            <a:solidFill>
              <a:srgbClr val="FFFD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452D996-F6CD-C191-93F0-9ADA57ED451F}"/>
              </a:ext>
            </a:extLst>
          </p:cNvPr>
          <p:cNvCxnSpPr>
            <a:cxnSpLocks/>
          </p:cNvCxnSpPr>
          <p:nvPr/>
        </p:nvCxnSpPr>
        <p:spPr>
          <a:xfrm flipV="1">
            <a:off x="6527525" y="3645520"/>
            <a:ext cx="7835194" cy="284"/>
          </a:xfrm>
          <a:prstGeom prst="line">
            <a:avLst/>
          </a:prstGeom>
          <a:ln>
            <a:solidFill>
              <a:srgbClr val="FFF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ECF06021-1BE3-CDD2-9E0C-6E0A6B83BB09}"/>
              </a:ext>
            </a:extLst>
          </p:cNvPr>
          <p:cNvSpPr txBox="1"/>
          <p:nvPr/>
        </p:nvSpPr>
        <p:spPr>
          <a:xfrm>
            <a:off x="168203" y="260741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aseline="30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Month: 1 pair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A6F4FACE-189E-9720-2D49-9F2F7C468FE3}"/>
              </a:ext>
            </a:extLst>
          </p:cNvPr>
          <p:cNvSpPr txBox="1"/>
          <p:nvPr/>
        </p:nvSpPr>
        <p:spPr>
          <a:xfrm>
            <a:off x="168203" y="1175141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aseline="30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Month: 1 pair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800A4EC-E4D9-AE95-F25C-96B70F027D47}"/>
              </a:ext>
            </a:extLst>
          </p:cNvPr>
          <p:cNvSpPr txBox="1"/>
          <p:nvPr/>
        </p:nvSpPr>
        <p:spPr>
          <a:xfrm>
            <a:off x="168203" y="2089541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aseline="30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Month: 2 pairs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55C4B7E-F0D1-315B-8843-144D7E5C1E96}"/>
              </a:ext>
            </a:extLst>
          </p:cNvPr>
          <p:cNvSpPr txBox="1"/>
          <p:nvPr/>
        </p:nvSpPr>
        <p:spPr>
          <a:xfrm>
            <a:off x="174124" y="3026664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aseline="30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Month: 3 pairs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946B9C9-AD14-D052-0909-0A0B3A8D70E5}"/>
              </a:ext>
            </a:extLst>
          </p:cNvPr>
          <p:cNvSpPr txBox="1"/>
          <p:nvPr/>
        </p:nvSpPr>
        <p:spPr>
          <a:xfrm>
            <a:off x="168203" y="3979145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aseline="30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Month: 5 pairs</a:t>
            </a:r>
          </a:p>
        </p:txBody>
      </p:sp>
    </p:spTree>
    <p:extLst>
      <p:ext uri="{BB962C8B-B14F-4D97-AF65-F5344CB8AC3E}">
        <p14:creationId xmlns:p14="http://schemas.microsoft.com/office/powerpoint/2010/main" val="1340725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31</Words>
  <Application>Microsoft Macintosh PowerPoint</Application>
  <PresentationFormat>Custom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Shattuck, Eli</dc:creator>
  <cp:lastModifiedBy>Shattuck, Eli</cp:lastModifiedBy>
  <cp:revision>2</cp:revision>
  <dcterms:created xsi:type="dcterms:W3CDTF">2026-02-19T21:43:15Z</dcterms:created>
  <dcterms:modified xsi:type="dcterms:W3CDTF">2026-02-19T23:02:21Z</dcterms:modified>
</cp:coreProperties>
</file>